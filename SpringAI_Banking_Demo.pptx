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Intelligent Java Applications — the Spring Way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1828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3063240"/>
          </a:xfrm>
          <a:prstGeom prst="rect">
            <a:avLst/>
          </a:prstGeom>
          <a:solidFill>
            <a:srgbClr val="0A264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2697480" cy="42062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173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" y="1892808"/>
            <a:ext cx="2441448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built on Spring Boot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Kotlin  —  native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&amp; tool calling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TOP of Spring Boot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makes any method AI-callable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OpenAI, Ollama, internal LLMs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1417320"/>
            <a:ext cx="2697480" cy="3063240"/>
          </a:xfrm>
          <a:prstGeom prst="rect">
            <a:avLst/>
          </a:prstGeom>
          <a:solidFill>
            <a:srgbClr val="1A2535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417320"/>
            <a:ext cx="2697480" cy="42062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4173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424" y="1892808"/>
            <a:ext cx="2441448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framework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Kotlin  —  native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Data, Security, Config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AI / LLM support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extends it with AI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foundation of the building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417320"/>
            <a:ext cx="2697480" cy="3063240"/>
          </a:xfrm>
          <a:prstGeom prst="rect">
            <a:avLst/>
          </a:prstGeom>
          <a:solidFill>
            <a:srgbClr val="26150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417320"/>
            <a:ext cx="2697480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14173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1892808"/>
            <a:ext cx="2441448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agent frameworks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only  —  no Java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Spring integration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ecosystem entirely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same idea, different world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491032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D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Banking IT Division  |  Spring AI 1.0.0-M6  |  Java 17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Spring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after bootstrapping from  spring.io/start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" y="10515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05156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" y="1216152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" y="121615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" y="1636776"/>
            <a:ext cx="243230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conversational interface. Sends prompts to the LLM and receives responses. Think of it like RestTemplate — but for AI models.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0515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5156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46704" y="1216152"/>
            <a:ext cx="384048" cy="384048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85616" y="121615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Annotation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46704" y="1636776"/>
            <a:ext cx="243230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any Java method with @Tool and the LLM can call it automatically. This is how your AI agent gains superpowers (DB queries, mail, etc.).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9048" y="10515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9048" y="1051560"/>
            <a:ext cx="54864" cy="1554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6227064" y="1216152"/>
            <a:ext cx="384048" cy="38404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27064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65976" y="121615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27064" y="1636776"/>
            <a:ext cx="243230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abstraction layer beneath ChatClient. Auto-configured by the OpenAI starter — swap LLM providers by changing one property.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" y="27889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" y="278892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" y="2953512"/>
            <a:ext cx="384048" cy="384048"/>
          </a:xfrm>
          <a:prstGeom prst="ellipse">
            <a:avLst/>
          </a:prstGeom>
          <a:solidFill>
            <a:srgbClr val="FFFBEB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5256" y="295351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" y="3374136"/>
            <a:ext cx="243230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everything here: base-url, api-key, model, proxy. Spring AI reads it all automatically — zero boilerplate config code needed.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18688" y="27889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788920"/>
            <a:ext cx="54864" cy="1554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1" name="Shape 29"/>
          <p:cNvSpPr/>
          <p:nvPr/>
        </p:nvSpPr>
        <p:spPr>
          <a:xfrm>
            <a:off x="3346704" y="2953512"/>
            <a:ext cx="384048" cy="384048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2" name="Text 30"/>
          <p:cNvSpPr/>
          <p:nvPr/>
        </p:nvSpPr>
        <p:spPr>
          <a:xfrm>
            <a:off x="3346704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85616" y="295351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46704" y="3374136"/>
            <a:ext cx="243230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'personality &amp; instructions' given to the LLM before the user speaks. Defined in AgentService — controls tone, tool usage rules, and constraints.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99048" y="27889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99048" y="2788920"/>
            <a:ext cx="54864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Shape 35"/>
          <p:cNvSpPr/>
          <p:nvPr/>
        </p:nvSpPr>
        <p:spPr>
          <a:xfrm>
            <a:off x="6227064" y="2953512"/>
            <a:ext cx="384048" cy="384048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38" name="Text 36"/>
          <p:cNvSpPr/>
          <p:nvPr/>
        </p:nvSpPr>
        <p:spPr>
          <a:xfrm>
            <a:off x="6227064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65976" y="295351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Actuator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27064" y="3374136"/>
            <a:ext cx="243230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health checks at /actuator/health. Instantly tells you if the app and LLM connection are live — essential for demo and production.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0040" y="491947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  |  Spring AI Banking Agent Demo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Flow Travels Inside a Spring AI Application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agentic loop — the LLM is the brain, @Tool methods are its hands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53712" y="1005840"/>
            <a:ext cx="36576" cy="3931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SPRING BOOT APP  (Java)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2926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INTERACTION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3931920" cy="566928"/>
          </a:xfrm>
          <a:prstGeom prst="rect">
            <a:avLst/>
          </a:prstGeom>
          <a:solidFill>
            <a:srgbClr val="E0F2FE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2646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sends natural-language prompt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11680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231136"/>
            <a:ext cx="3931920" cy="566928"/>
          </a:xfrm>
          <a:prstGeom prst="rect">
            <a:avLst/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311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REST Controller receives the request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11680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035808"/>
            <a:ext cx="3931920" cy="566928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358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AgentService builds the context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11680" y="36027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840480"/>
            <a:ext cx="3931920" cy="566928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404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ChatClient dispatches to the LLM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1426464"/>
            <a:ext cx="3931920" cy="566928"/>
          </a:xfrm>
          <a:prstGeom prst="rect">
            <a:avLst/>
          </a:prstGeom>
          <a:solidFill>
            <a:srgbClr val="E0F2FE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2646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LLM reasons about the prompt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2231136"/>
            <a:ext cx="3931920" cy="566928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311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LLM decides to call a @Tool method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3035808"/>
            <a:ext cx="3931920" cy="566928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358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Tool executes (DB query / mail send)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0" y="36027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3840480"/>
            <a:ext cx="3931920" cy="566928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404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Result fed back to LLM  →  loop if needed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3400" y="1645920"/>
            <a:ext cx="457200" cy="1280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224528" y="1572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&gt;&gt;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" y="491947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  |  Spring AI Banking Agent Demo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How the Agent Handles a Loan Report Request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438912"/>
          </a:xfrm>
          <a:prstGeom prst="rect">
            <a:avLst/>
          </a:prstGeom>
          <a:solidFill>
            <a:srgbClr val="0A264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the loan status report and email it to manager@bank.com"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4023360" cy="932688"/>
          </a:xfrm>
          <a:prstGeom prst="rect">
            <a:avLst/>
          </a:prstGeom>
          <a:solidFill>
            <a:srgbClr val="0F2545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457200" cy="9326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88720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28016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 receives the 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645920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/api/agent/query  |  AgentService.processQuery() called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932688"/>
          </a:xfrm>
          <a:prstGeom prst="rect">
            <a:avLst/>
          </a:prstGeom>
          <a:solidFill>
            <a:srgbClr val="0F2545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88720"/>
            <a:ext cx="457200" cy="9326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188720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0" y="128016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 sends prompt to the LLM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645920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loaded  +  ReportTool &amp; MailTool registered as available tools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249424"/>
            <a:ext cx="4023360" cy="932688"/>
          </a:xfrm>
          <a:prstGeom prst="rect">
            <a:avLst/>
          </a:prstGeom>
          <a:solidFill>
            <a:srgbClr val="0F254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249424"/>
            <a:ext cx="457200" cy="9326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249424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234086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 →  calls  generateReport()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2706624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Arguments: reportType=LOAN_STATUS, startDate=null, endDate=null, department=null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249424"/>
            <a:ext cx="4023360" cy="932688"/>
          </a:xfrm>
          <a:prstGeom prst="rect">
            <a:avLst/>
          </a:prstGeom>
          <a:solidFill>
            <a:srgbClr val="0F2545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249424"/>
            <a:ext cx="457200" cy="9326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49424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2340864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ReportTool queries H2 database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706624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LOANS JOIN ACCOUNTS  →  10 records returned (ACTIVE: 7, CLOSED: 2, DEFAULTED: 1)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3310128"/>
            <a:ext cx="4023360" cy="932688"/>
          </a:xfrm>
          <a:prstGeom prst="rect">
            <a:avLst/>
          </a:prstGeom>
          <a:solidFill>
            <a:srgbClr val="0F2545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310128"/>
            <a:ext cx="457200" cy="9326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310128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6112" y="340156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 →  calls  sendMail()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" y="3767328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Arguments: recipientEmail=manager@bank.com, messageBody=&lt;loan summary&gt;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310128"/>
            <a:ext cx="4023360" cy="932688"/>
          </a:xfrm>
          <a:prstGeom prst="rect">
            <a:avLst/>
          </a:prstGeom>
          <a:solidFill>
            <a:srgbClr val="0F254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310128"/>
            <a:ext cx="457200" cy="9326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310128"/>
            <a:ext cx="457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340156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MailTool validates &amp; mocks dispatch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767328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@bank.com  ✓  |  logs [MOCK MAIL SENT]  |  returns success message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" y="4334256"/>
            <a:ext cx="8430768" cy="502920"/>
          </a:xfrm>
          <a:prstGeom prst="rect">
            <a:avLst/>
          </a:prstGeom>
          <a:solidFill>
            <a:srgbClr val="0A332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342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LLM final response: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"Loan Status: 7 Active, 2 Closed, 1 Defaulted. Report emailed to manager@bank.com."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  |  Spring AI Banking Agent Demo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Spring AI?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Reasons to Choose Spring AI for Enterprise Java Teams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4069080" cy="877824"/>
          </a:xfrm>
          <a:prstGeom prst="rect">
            <a:avLst/>
          </a:prstGeom>
          <a:solidFill>
            <a:srgbClr val="0F2545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51560"/>
            <a:ext cx="420624" cy="87782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51560"/>
            <a:ext cx="420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9536" y="1133856"/>
            <a:ext cx="3447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Skills Required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1472184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team knows Spring Boot, they can build AI agents today. Same annotations, same config, same IDE — just add the Spring AI starter.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057400"/>
            <a:ext cx="4069080" cy="877824"/>
          </a:xfrm>
          <a:prstGeom prst="rect">
            <a:avLst/>
          </a:prstGeom>
          <a:solidFill>
            <a:srgbClr val="0F254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057400"/>
            <a:ext cx="42062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057400"/>
            <a:ext cx="420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9536" y="2139696"/>
            <a:ext cx="3447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Any LLM in 1 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2478024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base-url property and your code talks to a different model. OpenAI cloud today, internal Llama3 tomorrow — zero code change.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063240"/>
            <a:ext cx="4069080" cy="877824"/>
          </a:xfrm>
          <a:prstGeom prst="rect">
            <a:avLst/>
          </a:prstGeom>
          <a:solidFill>
            <a:srgbClr val="0F2545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063240"/>
            <a:ext cx="420624" cy="8778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063240"/>
            <a:ext cx="420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" y="3145536"/>
            <a:ext cx="3447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is Just @Tool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3483864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Java method — DB query, file read, API call — becomes an AI-callable tool instantly. The LLM decides when and how to call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1051560"/>
            <a:ext cx="4069080" cy="877824"/>
          </a:xfrm>
          <a:prstGeom prst="rect">
            <a:avLst/>
          </a:prstGeom>
          <a:solidFill>
            <a:srgbClr val="0F2545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7448" y="1051560"/>
            <a:ext cx="420624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1051560"/>
            <a:ext cx="420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39512" y="1133856"/>
            <a:ext cx="3447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Out of the Box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9512" y="1472184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Security, JDBC, Actuator, proxy support, SSL configuration — everything Java enterprises already rely on works seamlessly.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2057400"/>
            <a:ext cx="4069080" cy="877824"/>
          </a:xfrm>
          <a:prstGeom prst="rect">
            <a:avLst/>
          </a:prstGeom>
          <a:solidFill>
            <a:srgbClr val="0F2545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7448" y="2057400"/>
            <a:ext cx="420624" cy="87782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448" y="2057400"/>
            <a:ext cx="420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39512" y="2139696"/>
            <a:ext cx="3447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9512" y="2478024"/>
            <a:ext cx="344728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via env vars, no secrets in code, domain-restricted mail, full audit logging — built for regulated industries like banking.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27448" y="3063240"/>
            <a:ext cx="4069080" cy="877824"/>
          </a:xfrm>
          <a:prstGeom prst="rect">
            <a:avLst/>
          </a:prstGeom>
          <a:solidFill>
            <a:srgbClr val="03213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63240"/>
            <a:ext cx="38130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
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with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Spring Simplicity.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5  |  Spring AI Banking Agent Demo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AI – Banking Agent Demo</dc:title>
  <dc:subject>PptxGenJS Presentation</dc:subject>
  <dc:creator>PptxGenJS</dc:creator>
  <cp:lastModifiedBy>PptxGenJS</cp:lastModifiedBy>
  <cp:revision>1</cp:revision>
  <dcterms:created xsi:type="dcterms:W3CDTF">2026-06-07T12:43:34Z</dcterms:created>
  <dcterms:modified xsi:type="dcterms:W3CDTF">2026-06-07T12:43:34Z</dcterms:modified>
</cp:coreProperties>
</file>